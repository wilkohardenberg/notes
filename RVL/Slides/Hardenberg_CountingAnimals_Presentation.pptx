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1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0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5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1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4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67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1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8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12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81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27E8F-B20B-EC46-A922-A751A547ADE2}" type="datetimeFigureOut">
              <a:rPr lang="en-US" smtClean="0"/>
              <a:t>12/14/20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856B4-9354-CE4A-A407-64EF797A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6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0"/>
            <a:ext cx="10739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3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39"/>
            <a:ext cx="12188394" cy="6616557"/>
          </a:xfrm>
        </p:spPr>
      </p:pic>
    </p:spTree>
    <p:extLst>
      <p:ext uri="{BB962C8B-B14F-4D97-AF65-F5344CB8AC3E}">
        <p14:creationId xmlns:p14="http://schemas.microsoft.com/office/powerpoint/2010/main" val="166578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31" y="0"/>
            <a:ext cx="10774937" cy="6858000"/>
          </a:xfrm>
        </p:spPr>
      </p:pic>
    </p:spTree>
    <p:extLst>
      <p:ext uri="{BB962C8B-B14F-4D97-AF65-F5344CB8AC3E}">
        <p14:creationId xmlns:p14="http://schemas.microsoft.com/office/powerpoint/2010/main" val="128630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20" y="17919"/>
            <a:ext cx="8953298" cy="6840081"/>
          </a:xfrm>
        </p:spPr>
      </p:pic>
    </p:spTree>
    <p:extLst>
      <p:ext uri="{BB962C8B-B14F-4D97-AF65-F5344CB8AC3E}">
        <p14:creationId xmlns:p14="http://schemas.microsoft.com/office/powerpoint/2010/main" val="47271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557" y="-18467"/>
            <a:ext cx="5054885" cy="6876467"/>
          </a:xfrm>
        </p:spPr>
      </p:pic>
    </p:spTree>
    <p:extLst>
      <p:ext uri="{BB962C8B-B14F-4D97-AF65-F5344CB8AC3E}">
        <p14:creationId xmlns:p14="http://schemas.microsoft.com/office/powerpoint/2010/main" val="93260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885"/>
            <a:ext cx="12195610" cy="5761117"/>
          </a:xfrm>
        </p:spPr>
      </p:pic>
    </p:spTree>
    <p:extLst>
      <p:ext uri="{BB962C8B-B14F-4D97-AF65-F5344CB8AC3E}">
        <p14:creationId xmlns:p14="http://schemas.microsoft.com/office/powerpoint/2010/main" val="1062305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Wilko Hardenberg</dc:creator>
  <cp:lastModifiedBy>Wilko Hardenberg</cp:lastModifiedBy>
  <cp:revision>1</cp:revision>
  <dcterms:created xsi:type="dcterms:W3CDTF">2020-12-14T11:29:43Z</dcterms:created>
  <dcterms:modified xsi:type="dcterms:W3CDTF">2020-12-14T11:32:17Z</dcterms:modified>
</cp:coreProperties>
</file>